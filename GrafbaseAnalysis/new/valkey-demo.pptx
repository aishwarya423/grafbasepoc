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Valkey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caching for the Grafbase federation POC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walkthrough · OSS subgraph layer · Path to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0" y="548640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06840" y="548640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0" y="548640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46920" y="548640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548640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0" y="548640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0" y="548640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27080" y="548640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58064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06840" y="58064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58064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58064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58064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87000" y="58064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58064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27080" y="58064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612648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612648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612648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612648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612648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87000" y="612648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07040" y="612648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27080" y="612648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644652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0" y="644652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0" y="644652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46920" y="644652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66960" y="644652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07040" y="644652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27080" y="644652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Valkey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 fork of Redis · 100% wire-compatible · backed by AWS, Google, Oracle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BSD-licensed fork of Redis, created March 2024 by the Linux Foundation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RESP protocol — same commands, same redis:// URL scheme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faster than Redis 7 (8.x multi-threading improvements)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 for any tool that says "Redis client / Redis URL"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920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SSPL/RSAL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 (open)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protocol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 (identical)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redis:7-alpine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valkey/valkey:8-alpine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limits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forever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Caching · Grafbase POC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Valkey as In-Memory Cache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— subgraph-layer persistent cache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Query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2240280"/>
            <a:ext cx="0" cy="228600"/>
          </a:xfrm>
          <a:prstGeom prst="line">
            <a:avLst/>
          </a:prstGeom>
          <a:noFill/>
          <a:ln w="19050">
            <a:solidFill>
              <a:srgbClr val="889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Grafbase Gateway (OSS)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3063240"/>
            <a:ext cx="0" cy="228600"/>
          </a:xfrm>
          <a:prstGeom prst="line">
            <a:avLst/>
          </a:prstGeom>
          <a:noFill/>
          <a:ln w="19050">
            <a:solidFill>
              <a:srgbClr val="889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918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(Node + ioredis)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17520" y="3886200"/>
            <a:ext cx="0" cy="228600"/>
          </a:xfrm>
          <a:prstGeom prst="line">
            <a:avLst/>
          </a:prstGeom>
          <a:noFill/>
          <a:ln w="19050">
            <a:solidFill>
              <a:srgbClr val="889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11480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148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container · /data volume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4709160"/>
            <a:ext cx="0" cy="228600"/>
          </a:xfrm>
          <a:prstGeom prst="line">
            <a:avLst/>
          </a:prstGeom>
          <a:noFill/>
          <a:ln w="19050">
            <a:solidFill>
              <a:srgbClr val="889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93776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377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(cache MISS only)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16002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18745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subgraph:&lt;service&gt;:&lt;route&gt;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6517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TTLs (per business need)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292608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120s · policies 30s · funds 300s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3703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tagging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39776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auto-tagged Account, Account:acct-1001 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via POST /purge on ports 5001/5002/5003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47548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subgraph layer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50292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gateway's [entity_caching.redis] backend is Enterprise-only.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moved the cache one layer down to ship on OSS.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Caching · Grafbase POC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Valkey Enterprise (Grafbase Enterprise gateway)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moves up from subgraph to native gateway layer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772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gateway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Subgraph (ioredis)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(native)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Valkey via ioredis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Valkey native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Type:id federation 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Cross-query reuse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(per route)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(per entity)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(we built 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GRAFBASE_LICENSE_KEY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554480"/>
            <a:ext cx="3200400" cy="41148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— 3 changes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32520" y="2148840"/>
            <a:ext cx="320040" cy="32004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latest-enterprise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32520" y="3063240"/>
            <a:ext cx="320040" cy="32004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grafbase.toml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[entity_caching.redis]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32520" y="3977640"/>
            <a:ext cx="320040" cy="32004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3252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GRAFBASE_LICENSE_KEY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732520" y="5029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— Valkey container and config are already wired.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Caching · Grafbase POC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Switching Between Redis and Valkey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lines, two files — redis:// is the protocol, not a brand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47472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docker-compose.yml image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valkey/valkey:8-alpine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redis:7-alpine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docker-compose.yml healthcheck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valkey-cli ping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redis-cli ping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grafbase.toml URL hostname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redis://valkey:6379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6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redis://redis:6379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20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6634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rule
</a:t>
            </a:r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in the URL must match the service name in docker-compose.yml — Docker DNS resolves it on the internal network.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45720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46634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identical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Grafbase config keys, client libraries, application code — all unchanged. RESP-compatible servers are interchangeable.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Caching · Grafbase POC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Subgraph Cache Implementation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ioredis inside each Apollo subgraph · auto-tagged · graceful fallback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Subgraph (Node.js)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194560"/>
            <a:ext cx="6217920" cy="548640"/>
          </a:xfrm>
          <a:prstGeom prst="roundRect">
            <a:avLst>
              <a:gd name="adj" fmla="val 10000"/>
            </a:avLst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resolver  →  cachedRequestJson(route)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0175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
</a:t>
            </a:r>
            <a:pPr algn="ctr"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cached JSON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Valkey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69080" y="2926080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30175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
</a:t>
            </a:r>
            <a:pPr algn="ctr"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REST → SET key →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 tag indexes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Valkey ◄── SET subgraph:&lt;svc&gt;:&lt;route&gt;  ·  SADD tag:Account:acct-1001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50749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Per-tag SETs index every cache key, enabling group invalidation.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Auto-tagged on write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1874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tag:Account, tag:Account:acct-1001, tag:Policy 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HTTP API per subgraph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29260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· GET /tags/:tag · POST /purge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3703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39776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5001 · policies 5002 · funds 5003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4754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50292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Valkey is unreachable, subgraphs fall back to direct REST calls — no errors surfaced.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Caching · Grafbase POC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Cache Design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Redis/Valkey-backed entity caching in the local federation runtime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decisions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deployed via Docker Compose with a persistent volume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Per-subgraph TTLs driven by data volatility (120 / 30 / 300 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limitation acknowledged — subgraph-layer caching used as the OSS-compatible equivalent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F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Cold-miss risk if upstream REST is down — accepted for POC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criteria — status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65960"/>
          <a:ext cx="53035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Valkey runs with Grafbase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uses cache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subgraph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queries return cached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/ tagging demonstrated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survives restart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Valkey volume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Caching · Grafbase POC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Checklist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order during the live screen-share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up + Valkey healthy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5544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-d  ·  docker compose 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cache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10312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grafbasepoc-valkey-1 valkey-cli DBSIZE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651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query (cache MISS)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26517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:5050/graphql -d '{"query":"{ account(id:\"acct-1001\"){ holderName } }"}'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200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keys + auto-tags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32004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valkey-cli KEYS "*"  ·  valkey-cli SMEMBERS "tag:Account:acct-1001"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749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loop — HIT vs MISS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7490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1..5; do curl -w "%{time_total}" … done    # req 1 slow, 2–5 ~5–10× faster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297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tag purge (no TTL wait)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42976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:5001/purge -d '{"tags":["Account:acct-1001"]}'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4846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cache survives restart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0" y="484632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restart grafbase  ·  DBSIZE still &gt; 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" y="5394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 (keep open for Q&amp;A)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0" y="53949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grafbasepoc-valkey-1 valkey-cli MONITOR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98932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persistent cache visible, tag-based purge instant, gateway restart non-destructive.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Caching · Grafbase POC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1945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7724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docs: valkey-demo.md  ·  valkey-testing.md  ·  Readme.md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Caching · Grafbase POC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Valkey — Client Demo</dc:title>
  <dc:subject>PptxGenJS Presentation</dc:subject>
  <dc:creator>PptxGenJS</dc:creator>
  <cp:lastModifiedBy>PptxGenJS</cp:lastModifiedBy>
  <cp:revision>1</cp:revision>
  <dcterms:created xsi:type="dcterms:W3CDTF">2026-06-16T09:24:44Z</dcterms:created>
  <dcterms:modified xsi:type="dcterms:W3CDTF">2026-06-16T09:24:44Z</dcterms:modified>
</cp:coreProperties>
</file>